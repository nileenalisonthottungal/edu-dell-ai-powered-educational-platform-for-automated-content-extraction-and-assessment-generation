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Photosynthesis and Plant Biology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short sample deck for testing EDU-DELL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Photosynthesis is the process by which plants convert light energy into chemical energy stored in glucose.</a:t>
            </a:r>
          </a:p>
          <a:p>
            <a:r>
              <a:t>Chlorophyll is the green pigment found in chloroplasts that absorbs sunlight for photosynthesis.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Stomata are small pores on the surface of leaves that regulate the exchange of gases like carbon dioxide and oxygen.</a:t>
            </a:r>
          </a:p>
          <a:p>
            <a:r>
              <a:t>The Calvin cycle uses carbon dioxide and energy from ATP to produce glucose within the chloroplast stroma.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Mitochondria are organelles responsible for cellular respiration, converting glucose into usable energy.</a:t>
            </a:r>
          </a:p>
          <a:p>
            <a:r>
              <a:t>Transpiration is the process by which water moves through a plant and evaporates from leaves, stems, and flowers.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Xylem tissue transports water and dissolved minerals from the roots upward to the rest of the plant.</a:t>
            </a:r>
          </a:p>
          <a:p>
            <a:r>
              <a:t>Phloem tissue transports the sugars produced during photosynthesis to other parts of the plant for growth and storage.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